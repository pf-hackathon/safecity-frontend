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488" y="238125"/>
            <a:ext cx="8963025" cy="4814888"/>
          </a:xfrm>
          <a:prstGeom prst="roundRect">
            <a:avLst>
              <a:gd name="adj" fmla="val 2849"/>
            </a:avLst>
          </a:prstGeom>
          <a:solidFill>
            <a:srgbClr val="F5F1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7675" y="695325"/>
            <a:ext cx="6667500" cy="27146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7675" y="3000375"/>
            <a:ext cx="5124793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664"/>
              </a:lnSpc>
              <a:buNone/>
            </a:pPr>
            <a:r>
              <a:rPr lang="en-US" sz="4240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When there is </a:t>
            </a:r>
            <a:endParaRPr lang="en-US" sz="4240" dirty="0"/>
          </a:p>
          <a:p>
            <a:pPr algn="l" indent="0" marL="0">
              <a:lnSpc>
                <a:spcPts val="4664"/>
              </a:lnSpc>
              <a:buNone/>
            </a:pPr>
            <a:r>
              <a:rPr lang="en-US" sz="4240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too much going on</a:t>
            </a:r>
            <a:endParaRPr lang="en-US" sz="4240" dirty="0"/>
          </a:p>
        </p:txBody>
      </p:sp>
      <p:sp>
        <p:nvSpPr>
          <p:cNvPr id="5" name="Text 2"/>
          <p:cNvSpPr/>
          <p:nvPr/>
        </p:nvSpPr>
        <p:spPr>
          <a:xfrm>
            <a:off x="90488" y="76200"/>
            <a:ext cx="6762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FF646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15/03/2026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1300163" y="76200"/>
            <a:ext cx="10287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FF646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FMI{CODES} 2026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8915400" y="76200"/>
            <a:ext cx="138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FF646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PF</a:t>
            </a:r>
            <a:endParaRPr lang="en-US" sz="7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0488" y="238125"/>
            <a:ext cx="8963025" cy="4814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488" y="76200"/>
            <a:ext cx="6762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FF646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15/03/2026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1300163" y="76200"/>
            <a:ext cx="10287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FF646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FMI{CODES} 2026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8915400" y="76200"/>
            <a:ext cx="138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FF646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PF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1004887" y="1466850"/>
            <a:ext cx="7129463" cy="2357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878"/>
              </a:lnSpc>
              <a:buNone/>
            </a:pPr>
            <a:r>
              <a:rPr lang="en-US" sz="5344" b="1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People often lose track of their surroundings</a:t>
            </a:r>
            <a:endParaRPr lang="en-US" sz="534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488" y="233362"/>
            <a:ext cx="3348038" cy="4814888"/>
          </a:xfrm>
          <a:prstGeom prst="roundRect">
            <a:avLst>
              <a:gd name="adj" fmla="val 4097"/>
            </a:avLst>
          </a:prstGeom>
          <a:solidFill>
            <a:srgbClr val="E65A5A"/>
          </a:solidFill>
          <a:ln/>
        </p:spPr>
      </p:sp>
      <p:sp>
        <p:nvSpPr>
          <p:cNvPr id="3" name="Shape 1"/>
          <p:cNvSpPr/>
          <p:nvPr/>
        </p:nvSpPr>
        <p:spPr>
          <a:xfrm>
            <a:off x="738188" y="533400"/>
            <a:ext cx="2054225" cy="4216400"/>
          </a:xfrm>
          <a:prstGeom prst="rect">
            <a:avLst/>
          </a:prstGeom>
          <a:noFill/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8188" y="533400"/>
            <a:ext cx="2054226" cy="42164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8675" y="614363"/>
            <a:ext cx="1871663" cy="405765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04887" y="1966912"/>
            <a:ext cx="1524000" cy="13525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614738" y="233362"/>
            <a:ext cx="5438775" cy="481488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329113" y="3214688"/>
            <a:ext cx="4008851" cy="1023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648"/>
              </a:lnSpc>
              <a:buNone/>
            </a:pPr>
            <a:r>
              <a:rPr lang="en-US" sz="6952" b="1" i="1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DEMO</a:t>
            </a:r>
            <a:endParaRPr lang="en-US" sz="6952" dirty="0"/>
          </a:p>
        </p:txBody>
      </p:sp>
      <p:sp>
        <p:nvSpPr>
          <p:cNvPr id="9" name="Text 3"/>
          <p:cNvSpPr/>
          <p:nvPr/>
        </p:nvSpPr>
        <p:spPr>
          <a:xfrm>
            <a:off x="4329113" y="1033462"/>
            <a:ext cx="4008851" cy="2047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648"/>
              </a:lnSpc>
              <a:buNone/>
            </a:pPr>
            <a:r>
              <a:rPr lang="en-US" sz="6952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Here is our</a:t>
            </a:r>
            <a:endParaRPr lang="en-US" sz="6952" dirty="0"/>
          </a:p>
        </p:txBody>
      </p:sp>
      <p:sp>
        <p:nvSpPr>
          <p:cNvPr id="10" name="Text 4"/>
          <p:cNvSpPr/>
          <p:nvPr/>
        </p:nvSpPr>
        <p:spPr>
          <a:xfrm>
            <a:off x="90488" y="76200"/>
            <a:ext cx="6762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15/03/2026</a:t>
            </a:r>
            <a:endParaRPr lang="en-US" sz="784" dirty="0"/>
          </a:p>
        </p:txBody>
      </p:sp>
      <p:sp>
        <p:nvSpPr>
          <p:cNvPr id="11" name="Text 5"/>
          <p:cNvSpPr/>
          <p:nvPr/>
        </p:nvSpPr>
        <p:spPr>
          <a:xfrm>
            <a:off x="1300163" y="76200"/>
            <a:ext cx="10287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FMI{CODES} 2026</a:t>
            </a:r>
            <a:endParaRPr lang="en-US" sz="784" dirty="0"/>
          </a:p>
        </p:txBody>
      </p:sp>
      <p:sp>
        <p:nvSpPr>
          <p:cNvPr id="12" name="Text 6"/>
          <p:cNvSpPr/>
          <p:nvPr/>
        </p:nvSpPr>
        <p:spPr>
          <a:xfrm>
            <a:off x="8915400" y="76200"/>
            <a:ext cx="138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PF</a:t>
            </a:r>
            <a:endParaRPr lang="en-US" sz="78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390525"/>
            <a:ext cx="2852738" cy="451008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43250" y="390525"/>
            <a:ext cx="2857500" cy="45100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0488" y="76200"/>
            <a:ext cx="6762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FF646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15/03/2026</a:t>
            </a:r>
            <a:endParaRPr lang="en-US" sz="784" dirty="0"/>
          </a:p>
        </p:txBody>
      </p:sp>
      <p:sp>
        <p:nvSpPr>
          <p:cNvPr id="5" name="Text 1"/>
          <p:cNvSpPr/>
          <p:nvPr/>
        </p:nvSpPr>
        <p:spPr>
          <a:xfrm>
            <a:off x="1300163" y="76200"/>
            <a:ext cx="10287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FF646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FMI{CODES} 2026</a:t>
            </a:r>
            <a:endParaRPr lang="en-US" sz="784" dirty="0"/>
          </a:p>
        </p:txBody>
      </p:sp>
      <p:sp>
        <p:nvSpPr>
          <p:cNvPr id="6" name="Text 2"/>
          <p:cNvSpPr/>
          <p:nvPr/>
        </p:nvSpPr>
        <p:spPr>
          <a:xfrm>
            <a:off x="8915400" y="76200"/>
            <a:ext cx="138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FF646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PF</a:t>
            </a:r>
            <a:endParaRPr lang="en-US" sz="784" dirty="0"/>
          </a:p>
        </p:txBody>
      </p:sp>
      <p:sp>
        <p:nvSpPr>
          <p:cNvPr id="7" name="Text 3"/>
          <p:cNvSpPr/>
          <p:nvPr/>
        </p:nvSpPr>
        <p:spPr>
          <a:xfrm>
            <a:off x="6162675" y="885825"/>
            <a:ext cx="2752385" cy="350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3762"/>
              </a:lnSpc>
              <a:buSzPct val="100000"/>
              <a:buChar char="•"/>
            </a:pPr>
            <a:r>
              <a:rPr lang="en-US" sz="3420" spc="-75" kern="0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Danger Zones</a:t>
            </a:r>
            <a:endParaRPr lang="en-US" sz="3420" dirty="0"/>
          </a:p>
          <a:p>
            <a:pPr algn="l" marL="342900" indent="-342900">
              <a:lnSpc>
                <a:spcPts val="3762"/>
              </a:lnSpc>
              <a:buSzPct val="100000"/>
              <a:buChar char="•"/>
            </a:pPr>
            <a:r>
              <a:rPr lang="en-US" sz="3420" spc="-75" kern="0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Safe Route</a:t>
            </a:r>
            <a:endParaRPr lang="en-US" sz="3420" dirty="0"/>
          </a:p>
          <a:p>
            <a:pPr algn="l" marL="342900" indent="-342900">
              <a:lnSpc>
                <a:spcPts val="3762"/>
              </a:lnSpc>
              <a:buSzPct val="100000"/>
              <a:buChar char="•"/>
            </a:pPr>
            <a:r>
              <a:rPr lang="en-US" sz="3420" spc="-75" kern="0" dirty="0">
                <a:solidFill>
                  <a:srgbClr val="F5F1E9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Area History</a:t>
            </a:r>
            <a:endParaRPr lang="en-US" sz="34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65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88" y="76200"/>
            <a:ext cx="6762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15/03/2026</a:t>
            </a:r>
            <a:endParaRPr lang="en-US" sz="784" dirty="0"/>
          </a:p>
        </p:txBody>
      </p:sp>
      <p:sp>
        <p:nvSpPr>
          <p:cNvPr id="3" name="Text 1"/>
          <p:cNvSpPr/>
          <p:nvPr/>
        </p:nvSpPr>
        <p:spPr>
          <a:xfrm>
            <a:off x="1300163" y="76200"/>
            <a:ext cx="10287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FMI{CODES} 2026</a:t>
            </a:r>
            <a:endParaRPr lang="en-US" sz="784" dirty="0"/>
          </a:p>
        </p:txBody>
      </p:sp>
      <p:sp>
        <p:nvSpPr>
          <p:cNvPr id="4" name="Text 2"/>
          <p:cNvSpPr/>
          <p:nvPr/>
        </p:nvSpPr>
        <p:spPr>
          <a:xfrm>
            <a:off x="8915400" y="76200"/>
            <a:ext cx="138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PF</a:t>
            </a:r>
            <a:endParaRPr lang="en-US" sz="784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0488" y="238125"/>
            <a:ext cx="8963025" cy="4814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488" y="238125"/>
            <a:ext cx="8963025" cy="4814888"/>
          </a:xfrm>
          <a:prstGeom prst="roundRect">
            <a:avLst>
              <a:gd name="adj" fmla="val 2849"/>
            </a:avLst>
          </a:prstGeom>
          <a:solidFill>
            <a:srgbClr val="F5F1E9"/>
          </a:solidFill>
          <a:ln w="4524">
            <a:solidFill>
              <a:srgbClr val="0000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67438" y="442913"/>
            <a:ext cx="1557338" cy="155733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309688" y="3043238"/>
            <a:ext cx="1557338" cy="1557338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19900" y="3043238"/>
            <a:ext cx="1557338" cy="1557338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2475" y="823913"/>
            <a:ext cx="1557338" cy="1557338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0487" y="240506"/>
            <a:ext cx="8963025" cy="235982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409700" y="2176463"/>
            <a:ext cx="6321384" cy="79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949"/>
              </a:lnSpc>
              <a:buNone/>
            </a:pPr>
            <a:r>
              <a:rPr lang="en-US" sz="5409" spc="-119" kern="0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Thank you!</a:t>
            </a:r>
            <a:endParaRPr lang="en-US" sz="5409" dirty="0"/>
          </a:p>
        </p:txBody>
      </p:sp>
      <p:sp>
        <p:nvSpPr>
          <p:cNvPr id="9" name="Text 2"/>
          <p:cNvSpPr/>
          <p:nvPr/>
        </p:nvSpPr>
        <p:spPr>
          <a:xfrm>
            <a:off x="4276725" y="4814888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000000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 P. PEEV</a:t>
            </a:r>
            <a:endParaRPr lang="en-US" sz="784" dirty="0"/>
          </a:p>
        </p:txBody>
      </p:sp>
      <p:sp>
        <p:nvSpPr>
          <p:cNvPr id="10" name="Text 3"/>
          <p:cNvSpPr/>
          <p:nvPr/>
        </p:nvSpPr>
        <p:spPr>
          <a:xfrm>
            <a:off x="90488" y="76200"/>
            <a:ext cx="6762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FF646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15/03/2026</a:t>
            </a:r>
            <a:endParaRPr lang="en-US" sz="784" dirty="0"/>
          </a:p>
        </p:txBody>
      </p:sp>
      <p:sp>
        <p:nvSpPr>
          <p:cNvPr id="11" name="Text 4"/>
          <p:cNvSpPr/>
          <p:nvPr/>
        </p:nvSpPr>
        <p:spPr>
          <a:xfrm>
            <a:off x="1300163" y="76200"/>
            <a:ext cx="10287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FF646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FMI{CODES} 2026</a:t>
            </a:r>
            <a:endParaRPr lang="en-US" sz="784" dirty="0"/>
          </a:p>
        </p:txBody>
      </p:sp>
      <p:sp>
        <p:nvSpPr>
          <p:cNvPr id="12" name="Text 5"/>
          <p:cNvSpPr/>
          <p:nvPr/>
        </p:nvSpPr>
        <p:spPr>
          <a:xfrm>
            <a:off x="8915400" y="76200"/>
            <a:ext cx="138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2"/>
              </a:lnSpc>
              <a:buNone/>
            </a:pPr>
            <a:r>
              <a:rPr lang="en-US" sz="784" b="1" spc="55" kern="0" dirty="0">
                <a:solidFill>
                  <a:srgbClr val="FF646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PF</a:t>
            </a:r>
            <a:endParaRPr lang="en-US" sz="7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2026-03-15T13:51:14Z</dcterms:created>
  <dcterms:modified xsi:type="dcterms:W3CDTF">2026-03-15T13:51:14Z</dcterms:modified>
</cp:coreProperties>
</file>